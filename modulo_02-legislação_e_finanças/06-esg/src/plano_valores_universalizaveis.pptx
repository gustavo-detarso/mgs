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Plano de Ação – Valores Universalizáveis em Saúde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Hospital Vida Plena – Metodologia 5W2H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 e Justificativa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Importância da ética e dos valores universalizáveis</a:t>
            </a:r>
          </a:p>
          <a:p>
            <a:pPr/>
            <a:r>
              <a:t>Fundamento da sustentabilidade em saúde</a:t>
            </a:r>
          </a:p>
          <a:p>
            <a:pPr/>
            <a:r>
              <a:t>Baseado em documentos fornecidos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Geral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Implementar um Programa de Valores Éticos em 12 meses</a:t>
            </a:r>
          </a:p>
          <a:p>
            <a:pPr/>
            <a:r>
              <a:t>Alinhar cultura, governança e práticas assistenciais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Ação 1 – Comitê de Valores Éticos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Criação do comitê multidisciplinar</a:t>
            </a:r>
          </a:p>
          <a:p>
            <a:pPr/>
            <a:r>
              <a:t>Reuniões quinzenais e plano de trabalho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Ação 2 – Revisão do Código de Ética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Incorporação dos valores universalizáveis</a:t>
            </a:r>
          </a:p>
          <a:p>
            <a:pPr/>
            <a:r>
              <a:t>Benchmarking com instituições acreditadas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Ação 3 – Programa Ética no Cuidado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Treinamentos obrigatórios</a:t>
            </a:r>
          </a:p>
          <a:p>
            <a:pPr/>
            <a:r>
              <a:t>Módulos sobre equidade, respeito e honestidade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Ação 4 – Política de Equidade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Protocolos de priorização e atendimento justo</a:t>
            </a:r>
          </a:p>
          <a:p>
            <a:pPr/>
            <a:r>
              <a:t>Acolhimento de populações vulneráveis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Ação 5 – Canal Ético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Ferramenta anônima de denúncias</a:t>
            </a:r>
          </a:p>
          <a:p>
            <a:pPr/>
            <a:r>
              <a:t>Gestão pelo compliance corporativo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Ação 6 – Protocolos para Dilemas Éticos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Fim de vida, consentimento e escassez</a:t>
            </a:r>
          </a:p>
          <a:p>
            <a:pPr/>
            <a:r>
              <a:t>Oficinas interdisciplinares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Ação 7 – Relatório ESG Anual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Transparência institucional</a:t>
            </a:r>
          </a:p>
          <a:p>
            <a:pPr/>
            <a:r>
              <a:t>Indicadores éticos, sociais e ambientais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Cronograma e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12 meses para implementação</a:t>
            </a:r>
          </a:p>
          <a:p>
            <a:pPr/>
            <a:r>
              <a:t>KPIs: equidade, ética, respeito e comunicação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